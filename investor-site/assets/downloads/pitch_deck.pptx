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Container House Investment — Overview &amp;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Tbilisi, Georgia — 58m × 19m plot; 12 modular units with garages, yards, rooftop verandas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Layout &amp;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Two rows of 6 duplexes (12 units total) with central ~4 m driveway</a:t>
            </a:r>
          </a:p>
          <a:p>
            <a:pPr/>
            <a:r>
              <a:t>Each unit: garage, living, private yard, rooftop veranda</a:t>
            </a:r>
          </a:p>
          <a:p>
            <a:pPr/>
            <a:r>
              <a:t>Scaled site layout with dimensions in 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ADR: ₾150; Occupancy: 75% (conservative)</a:t>
            </a:r>
          </a:p>
          <a:p>
            <a:pPr/>
            <a:r>
              <a:t>Annual gross revenue: ₾492,750 (est.)</a:t>
            </a:r>
          </a:p>
          <a:p>
            <a:pPr/>
            <a:r>
              <a:t>Net distributable cash: ~₾271,000 after OPEX (30%) and management (10%)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Ownership &amp; Investment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Fractional ownership in SPV; distributions proportional to shares</a:t>
            </a:r>
          </a:p>
          <a:p>
            <a:pPr/>
            <a:r>
              <a:t>Minimum buy-in: 1% (~₾5,569)</a:t>
            </a:r>
          </a:p>
          <a:p>
            <a:pPr/>
            <a:r>
              <a:t>Operator retains 10–20% equity plus management fee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&amp; Operational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Form LLC/SPV; investor agreements; transfer/exit terms</a:t>
            </a:r>
          </a:p>
          <a:p>
            <a:pPr/>
            <a:r>
              <a:t>Permits for construction and short-term rentals</a:t>
            </a:r>
          </a:p>
          <a:p>
            <a:pPr/>
            <a:r>
              <a:t>Reserve funds; monthly reporting to investors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Finalize architectural drawings and site plans</a:t>
            </a:r>
          </a:p>
          <a:p>
            <a:pPr/>
            <a:r>
              <a:t>Build full financial pro-forma and sensitivity analysis</a:t>
            </a:r>
          </a:p>
          <a:p>
            <a:pPr/>
            <a:r>
              <a:t>Begin permitting; prepare for construction and investor onboarding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